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01 頁｜MetaFind｜標註更新與評估計畫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今天的報告分成兩部分。第一部分是標註更新：我們如何讓模型從不同角度看同一件三維物件，再把看到的內容整理成一張電腦能讀取的資料卡，以及目前這批工作處理到哪裡。第二部分是評估計畫：資料準備好以後，要用哪些題目比較模型，又怎麼判斷它是否找到了正確資產。大家可以把整個系統想成一座三維物件圖書館。標註是在替每件物件建立目錄卡，訓練是在教模型把不同線索連到同一件物件，評估則是在檢查它能否從候選清單找回指定的那一件。這三件事需要分開看：資料卡成功寫出來，不代表每個描述都完全正確；程式跑得通，也不代表模型已達到論文成績。目前最新完整資料集的正式比較還沒有執行，因此這份報告會清楚區分已觀察到的進度、已完成的小型流程驗證，以及接下來要執行的評估，不把計畫說成結果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本頁重點：先把物件資料準備清楚，再用同一套題目比較模型。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docs/paper/metafind_source/2methdology.tex#L28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docs/CUSTOM_TABLE1_EVALUATION.md#L3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output/validation/ppt_annotation_eval_20260908/annotation_progress_041230.json#L4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02 頁｜讓模型看完物件，再填資料卡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可以想像我們要請一位助理介紹一張椅子。如果只給正面照片，他可能看不清背面結構，也不容易分辨座墊和椅腳的材質。因此，現在的流程先從十一個角度取得同一件物件的圖片，透明背景先合成黑底，再把十一張圖各自作為圖片輸入，放進同一個對話回合，讓模型綜合判讀。這裡有一個容易誤會的地方：我們沒有把十一張圖縮小後拼成一張格子圖，也不是每張圖分別請模型寫一份答案。模型在同一回合收到全部圖片，以及 LVIS 類別提示與 Figure 2 欄位範例，然後輸出一份結構化資料。正常情況下一次回答完成；回答不合格式時，才會進入後面要說的修正流程。論文確實提到十一個正交視角與視覺語言模型標註，但同一回合如何包裝圖片、實際提示內容和相機安排，是本地選擇；目前渲染為透視投影，不能視為已對齊論文的正交描述。我們保留這些設定，目的是讓後續能知道資料究竟怎麼產生，而不是把未公開的作者細節猜成已知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本頁重點：11 張圖片分別輸入同一個對話回合，最後產生一份 JSON。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docs/paper/metafind_source/2methdology.tex#L28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metafind/data/annotate_run.py#L787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metafind/data/annotate_v10.py#L295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03 頁｜資料卡記錄什麼？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這一頁用目前資料中一張真實的椅子作例子，不是另外編造的示意資料。它的資產編號以八五零五九七開頭，資料卡記錄為椅子，材質是木頭和布，描述提到木製餐椅以及粉紅色的軟墊座面。原本的十三個主要欄位，在簡報上整理成四類：先說它是什麼，再說材質，接著是尺寸重量，最後是通常放在哪裡。這張椅子的寬、深、高被估為四十五、四十五、九十公分，重量估為八公斤。需要特別強調，這些是模型根據圖片與常識估出的現實尺寸和重量，不是拿尺或秤量到的數值；體積則由程式把三個尺寸相乘，屬於估計的外框體積；公分與公斤是目前採用的單位，論文圖例沒有明寫單位。放在地板的旗標為真，意思是這類物件通常放在地板，不是已經完成了場景擺放。除這十三個主要欄位外，實際檔案還記錄模型、版本、輸入圖片和嘗試次數等來源資訊。資料卡把物件描述得更完整，但它仍需要後續檢查，不能因為欄位齊全就直接當成全部正確的物理事實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本頁重點：13 個主要欄位，整理成四類；尺寸與重量是模型估計。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/home/kyzen/metafind/metafind_data_paper/outputs/annotations/8505977020be4fd194854ad3d9808222.json#L1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metafind/data/annotate_v10.py#L71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metafind/data/annotate_v10.py#L202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docs/paper/metafind_source/2methdology.tex#L24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04 頁｜有回答，還要檢查才能收錄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模型願意回答，和答案可以收錄，是兩件不同的事。程式會先看必要欄位是否缺漏，再檢查內容能否解析，以及文字、數字、布林值和數值範圍是否符合目前的規則。例如尺寸不合理，或者放置欄位不是可接受的真假值，就會把具體錯誤回傳給模型修正。這裡的上限是總共三次作答，也就是第一次回答加上最多兩次修正，不是第一次之外還有三次機會。前兩次採確定性生成，第三次才使用固定種子的抽樣。如果最後仍然無法通過，就保留失敗紀錄並隔離。記憶體不足這類資源錯誤，不是換一句提示就能修好，因此直接記為失敗，不走文字修正。這些檢查可以擋住部分不完整或不合理的答案，但不能保證材質判斷和尺寸估計全都正確。和論文相比，十一個視角的數量一致；論文用的是 GPT-4o，目前使用本地 Gemma 四的十二B模型，以 BF16 載入。具體提示、相機安排、驗證範圍及重試方式，都應清楚標示為本地選擇，不能說成作者完整公開的設定。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本頁重點：先檢查，再收錄；最多三次作答，資源錯誤直接記為失敗。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metafind/data/annotate_v10.py#L55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metafind/data/annotate_v10.py#L174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metafind/data/annotate_v10.py#L319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metafind/data/annotate_run.py#L646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metafind/data/annotate_run.py#L1364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docs/paper/metafind_source/2methdology.tex#L28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05 頁｜標註進度與預估完成時間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這一頁的數字固定在台北時間九月八日凌晨四點十二分三十秒，之後程序還會繼續跑，所以不能把它當作觀看簡報當下的即時數字。本輪共有四萬六千零四件排入處理，已處理兩萬五千零八十九件，其中兩萬五千零六十三件成功寫出，二十六件失敗並隔離，還剩兩萬零九百一十五件。因此百分之五十四點五四代表處理進度，包含成功與失敗，不是成功率，也不等於所有標註都已人工確認。近期觀察到的速度大約每分鐘十一點六九到十一點八七件，用這個速度推算，大致落在九月九日上午。因此簡報保留上午九點到十二點作為規劃時間窗。這個時間窗不是統計信賴區間，也不是完成承諾；前提是程序不中斷，後續難例與修正比例沒有明顯增加。這裡只計算本輪標註佇列處理，沒有包含後面的資料編碼、訓練、評估或人工排除整理。隔離的二十六件也不能被當成成功，更不能拿來替代其他批次的正式失敗計帳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本頁重點：本輪已處理 54.54%；規劃於 9/9 上午完成標註佇列。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output/validation/ppt_annotation_eval_20260908/annotation_progress_041230.json#L4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output/validation/ppt_annotation_eval_20260908/annotation_progress_041230.json#L60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output/validation/ppt_annotation_eval_20260908/annotation_progress_041230.json#L91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output/validation/ppt_annotation_eval_20260908/annotation_progress_041230.json#L135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06 頁｜同一批題目，比較三種方法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評估要像一場公平的考試：先固定同一批題目和同一份候選清單，再讓不同方法作答。第一種是預訓練的 ULIP-2，把有提供的模態特徵依本地規則正規化後平均，作為起點。第二種是 Stage 1，經過物件配對訓練，學習在只有部分線索時仍找到對應資產。第三種是 Stage 2 訓練後的模型，但是作物件檢索時把場景資訊關掉，觀察它更新後的查詢融合能力。這一列和 Stage 1 使用同一個父模型的候選向量，避免一邊換查詢模型、一邊又換掉候選答案。每種方法都測文字、圖片、點雲，以及它們的四種組合，共七種條件。點雲就是物件表面的一組三維座標點，可以把它想成用許多小點勾出的立體輪廓。下一頁再把題目分成相同觀測與不同觀測兩個版本，所以總共是三乘七乘二，四十二組比較。這裡的平均融合是本地明示的基線，不是已經完整重建論文所有其他方法；Stage 1 與它的差異也可能包含點雲編碼器訓練，不能把分數差距全部歸功於融合設計。最新完整資料集的這份比較目前仍是待執行計畫。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本頁重點：3 種方法 × 7 種模態組合 × 2 種觀測＝42 組比較。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docs/CUSTOM_TABLE1_EVALUATION.md#L33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metafind/eval/custom_table1.py#L24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docs/paper/metafind_source/3experiments.tex#L15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docs/paper/metafind_source/3experiments.tex#L24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07 頁｜換一份線索，還找得到同一件資產嗎？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這兩個版本可以用找人的比喻來理解。第一版拿的是原本那張資料卡和原本那些照片；第二版換一份描述、換一個觀看角度，再看能否找回同一個人。放到三維資產上，答案始終是同一個唯一編號，而不是只要看起來同類就算對。相同觀測組使用原有文字、全部視角的平均特徵與原有點雲；不同觀測組使用另外提供的文字、一個固定視角，以及同一網格重新取樣的點雲。對現在十一個視角的資料，圖片查詢取一張，候選端取剩下十張的平均，避免把查詢那一張也放進候選圖片特徵。所有候選都預先固定這個規則，不會每次看到查詢才臨時改題目。計分很直覺：第一名就是答案的比例叫 R@1，前五名包含答案的比例叫 R@5。另一份描述還需要確認模型實際讀到的文字確實不同，不能只改掉被截斷的句尾。最後，相同觀測不代表不同編碼器必然產生相同向量；不同觀測也仍然來自同一資產，不能直接稱為獨立物件的泛化測試。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本頁重點：答案仍是同一個 UID；更換觀測，檢查是否還能找回它。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docs/CUSTOM_TABLE1_EVALUATION.md#L15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docs/CUSTOM_TABLE1_EVALUATION.md#L25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metafind/eval/custom_table1.py#L192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metafind/eval/custom_table1.py#L212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08 頁｜和論文可能不同、尚不確定的地方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比較結果之前，先把哪些地方相同、哪些地方仍不同說清楚，才知道數字能回答什麼問題。論文明確列出七種模態以及 R@1、R@5，我們沿用這些項目；但作者每筆查詢怎麼配對、候選清單到底有哪些唯一編號，沒有完整公開，因此本地兩種觀測的規則不能冒充作者原始設定。候選池多大、有哪些相似物件，都可能改變檢索難度，不能只因為同樣用了 Objaverse-LVIS 就認為完全可比。訓練方面，論文描述 Stage 1 兩塔訓練，現行程式則使用凍結的 CLIP 文字與圖片特徵，這個界線必須保留。現行選模又與部分評估範圍重疊，已有小型驗證也有重疊紀錄，不能把它們稱為從未用過的獨立測試。平均融合的正規化順序同樣是本地明示的選擇。還有，Stage 2 關閉場景資訊那一列，只是在檢查第二階段訓練後的物件檢索，不是在證明場景資訊有效或場景更美觀。因此這次先做透明的本地對照，避免直接把結果冠上作者 Table 1 已復現的結論。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本頁重點：可比較的部分沿用；作者未公開的細節，保留未知並揭露差異。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docs/paper/metafind_source/3experiments.tex#L8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docs/paper/metafind_source/3experiments.tex#L15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docs/paper/metafind_source/3experiments.tex#L24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docs/paper/metafind_source/2methdology.tex#L75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metafind/train/stage1.py#L511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tools/chain_paper_stage1.sh#L119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docs/audit/validation_artifacts_20260907_08/custom_table1_cpu_new_stages_20260908/verification.json#L11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09 頁｜正式跑分前，先固定題目與規則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正式跑分前，最重要的不是先把運算按下去，而是先把考卷封存好。第一，決定這次查詢到底有哪些資產編號，另一份文字是誰寫的、哪個模型產生的，來源都要記下來。第二，固定 Stage 1 和 Stage 2 使用的訓練權重，確認第二階段接的是指定的第一階段，而不是碰巧檔名相似的另一個模型。第三，固定候選清單與順序，並用唯一編號建立每一題的正解，不能假設表格對角線天然就是答案。第四，除了總平均，還要保存每一題的排名、第一名和同分情形，之後才有辦法找到哪種線索容易失敗。如果看完分數後才換題目、縮候選池或重新挑模型，結果就需要當作開發比較，不能再說是獨立測試。目前我們已經在很小的真實輸入範圍跑通模型載入、兩種觀測、七種模態和逐題計分，這是流程可執行的證據。最新完整資料集搭配完整新權重的正式比較尚未執行，所以這一頁不展示模型成績，也不以程式測試的數量代替檢索效果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本頁重點：先固定輸入、模型和正解，再跑分；看完結果不換題目。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docs/CUSTOM_TABLE1_EVALUATION.md#L44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docs/CUSTOM_TABLE1_EVALUATION.md#L83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docs/CUSTOM_TABLE1_EVALUATION.md#L124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docs/CUSTOM_TABLE1_EVALUATION.md#L152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metafind/eval/custom_table1.py#L215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10 頁｜標註結束後，依序完成六步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標註處理完，後面還有六個步驟。先把原始清單、成功資產、真正失敗和已批准的人工排除對清楚，不把失敗假裝成成功，也不任意改掉原本的母體。第二步，把文字和圖片轉成模型能讀的特徵，固定資料切分，再另外執行 G3 資料預檢。第三步進行 Stage 1 物件配對訓練，保存實際權重和選模範圍。第四步，用指定模型建立候選資產向量，經 G4 核驗後發布。第五步備妥場景、節點、關係與場景候選資料，才能進行 Stage 2 訓練，讓模型學習候選物件與房間裡其他家具之間的關係。最後才是今天介紹的四十二組比較，並另行做場景資訊開啟與關閉的診斷。這裡要分清自動流程和人工接續工作：目前 G3 與新的自訂評估沒有接入現有等待鏈，需要另外執行，不能以為標註結束就會自動產生所有結果。場景檢索診斷也不等於完整場景品質研究；完整場景清單、評分提示等協定細節尚未確定，因此不能宣稱論文 Table 2 已經完成。下一次報告應拿固定資料和權重實際產生的證據，逐項交代哪些完成、哪些仍待驗證。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本頁重點：先固定資料，再訓練、建候選庫，最後另行執行正式評估。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docs/DATA_FLOW.md#L116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tools/chain_paper_stage1.sh#L112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tools/chain_paper_stage1.sh#L128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tools/chain_paper_stage2.sh#L41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docs/DATA_FLOW.md#L164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docs/paper/metafind_source/3experiments.tex#L18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docs/SCENE_SCORES.md#L3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2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0789920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METAFIND  /  RESEARCH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36192"/>
            <a:ext cx="6446520" cy="18013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45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標註更新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45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與評估計畫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3694176"/>
            <a:ext cx="6858000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現在怎麼做，完成後怎麼驗證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181344"/>
            <a:ext cx="96926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A9C2CD"/>
                </a:solidFill>
                <a:latin typeface="Noto Sans CJK TC"/>
                <a:ea typeface="Noto Sans CJK TC"/>
                <a:cs typeface="Noto Sans CJK TC"/>
              </a:rPr>
              <a:t>2026.09.08  ·  10 頁  ·  約 12–13 分鐘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18704" y="1572768"/>
            <a:ext cx="3575304" cy="1673352"/>
          </a:xfrm>
          <a:prstGeom prst="roundRect">
            <a:avLst>
              <a:gd name="adj" fmla="val 8000"/>
            </a:avLst>
          </a:prstGeom>
          <a:solidFill>
            <a:srgbClr val="234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6" y="1737360"/>
            <a:ext cx="502920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185416"/>
            <a:ext cx="3127248" cy="4572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目前的標註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743200"/>
            <a:ext cx="3127248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方法・資料卡・完成時間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18704" y="3566160"/>
            <a:ext cx="3575304" cy="1673352"/>
          </a:xfrm>
          <a:prstGeom prst="roundRect">
            <a:avLst>
              <a:gd name="adj" fmla="val 8000"/>
            </a:avLst>
          </a:prstGeom>
          <a:solidFill>
            <a:srgbClr val="234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9016" y="3730752"/>
            <a:ext cx="502920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178808"/>
            <a:ext cx="3127248" cy="4572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接下來的評估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4736592"/>
            <a:ext cx="3127248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測試設計・差異・後續流程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標註更新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讓模型看完物件，再填資料卡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11 張圖片分別輸入同一個對話回合，最後產生一份 JSON。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來源：目前標註程式、實際資料與論文 Figure 2｜完整依據見備忘稿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02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28216"/>
            <a:ext cx="2578608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865376"/>
            <a:ext cx="41148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267712"/>
            <a:ext cx="2267712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11 個角度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752344"/>
            <a:ext cx="22677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同一物件，從不同方向觀看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286000"/>
            <a:ext cx="219456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8708" y="1728216"/>
            <a:ext cx="2578608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4156" y="1865376"/>
            <a:ext cx="41148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4156" y="2267712"/>
            <a:ext cx="2267712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同一回合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156" y="2752344"/>
            <a:ext cx="22677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圖片分別放入同一回合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4748" y="2286000"/>
            <a:ext cx="219456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728216"/>
            <a:ext cx="2578608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865376"/>
            <a:ext cx="41148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2267712"/>
            <a:ext cx="2267712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Gemma 判讀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752344"/>
            <a:ext cx="22677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一起理解外觀與物件屬性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4816" y="2286000"/>
            <a:ext cx="219456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38844" y="1728216"/>
            <a:ext cx="2578608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94292" y="1865376"/>
            <a:ext cx="41148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4292" y="2267712"/>
            <a:ext cx="2267712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JSON 資料卡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4292" y="2752344"/>
            <a:ext cx="22677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輸出欄位，交給程式檢查</a:t>
            </a:r>
          </a:p>
        </p:txBody>
      </p:sp>
      <p:pic>
        <p:nvPicPr>
          <p:cNvPr id="29" name="Picture 28" descr="annotation_view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47288"/>
            <a:ext cx="2039112" cy="2039112"/>
          </a:xfrm>
          <a:prstGeom prst="rect">
            <a:avLst/>
          </a:prstGeom>
        </p:spPr>
      </p:pic>
      <p:pic>
        <p:nvPicPr>
          <p:cNvPr id="30" name="Picture 29" descr="annotation_view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3447288"/>
            <a:ext cx="2039112" cy="2039112"/>
          </a:xfrm>
          <a:prstGeom prst="rect">
            <a:avLst/>
          </a:prstGeom>
        </p:spPr>
      </p:pic>
      <p:pic>
        <p:nvPicPr>
          <p:cNvPr id="31" name="Picture 30" descr="annotation_view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6" y="3447288"/>
            <a:ext cx="2039112" cy="2039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644383" y="3749039"/>
            <a:ext cx="3566160" cy="10241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同一張椅子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從不同角度看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44383" y="5029200"/>
            <a:ext cx="361188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示意選 3 張；實際輸入 11 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標註更新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資料卡記錄什麼？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13 個主要欄位，整理成四類；尺寸與重量是模型估計。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來源：目前標註程式、實際資料與論文 Figure 2｜完整依據見備忘稿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03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64792"/>
            <a:ext cx="2323490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19656"/>
            <a:ext cx="2140610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資料類別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72130" y="1764792"/>
            <a:ext cx="3540556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3570" y="1819656"/>
            <a:ext cx="3357676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主要欄位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12687" y="1764792"/>
            <a:ext cx="5200192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4127" y="1819656"/>
            <a:ext cx="5017312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真實椅子範例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258568"/>
            <a:ext cx="232349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13432"/>
            <a:ext cx="2140610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是什麼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72130" y="2258568"/>
            <a:ext cx="3540556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63570" y="2313432"/>
            <a:ext cx="3357676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類別、語義類別、描述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12687" y="2258568"/>
            <a:ext cx="5200192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4127" y="2313432"/>
            <a:ext cx="5017312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chair；木製餐椅、粉紅座墊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953511"/>
            <a:ext cx="2323490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08375"/>
            <a:ext cx="2140610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什麼材質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72130" y="2953511"/>
            <a:ext cx="3540556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63570" y="3008375"/>
            <a:ext cx="3357676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materials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12687" y="2953511"/>
            <a:ext cx="5200192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4127" y="3008375"/>
            <a:ext cx="5017312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wood、fabric（木、布）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648455"/>
            <a:ext cx="232349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703319"/>
            <a:ext cx="2140610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多大、多重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72130" y="3648455"/>
            <a:ext cx="3540556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63570" y="3703319"/>
            <a:ext cx="3357676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寬／深／高、體積、重量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12687" y="3648455"/>
            <a:ext cx="5200192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4127" y="3703319"/>
            <a:ext cx="5017312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45 × 45 × 90 cm；8 kg（估計）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43399"/>
            <a:ext cx="2323490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398263"/>
            <a:ext cx="2140610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通常放哪裡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72130" y="4343399"/>
            <a:ext cx="3540556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63570" y="4398263"/>
            <a:ext cx="3357676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天花板／牆／地板／物件上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12687" y="4343399"/>
            <a:ext cx="5200192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04127" y="4398263"/>
            <a:ext cx="5017312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onFloor = true（放在地板）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" y="5394960"/>
            <a:ext cx="10652760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CE663F"/>
                </a:solidFill>
                <a:latin typeface="Noto Sans CJK TC"/>
                <a:ea typeface="Noto Sans CJK TC"/>
                <a:cs typeface="Noto Sans CJK TC"/>
              </a:rPr>
              <a:t>完整資料卡共 13 欄；尺寸、重量是模型估計，並非量測真值。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標註更新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有回答，還要檢查才能收錄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先檢查，再收錄；最多三次作答，資源錯誤直接記為失敗。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來源：目前標註程式、實際資料與論文 Figure 2｜完整依據見備忘稿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04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352958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11095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40864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檢查資料卡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27248"/>
            <a:ext cx="3163824" cy="7040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缺欄、格式、尺寸與重量範圍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783080"/>
            <a:ext cx="352958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911095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340864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帶著錯誤重答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3127248"/>
            <a:ext cx="3163824" cy="7040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初次＋最多兩次修正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783080"/>
            <a:ext cx="352958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6175" y="1911095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5" y="2340864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收錄或隔離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5" y="3127248"/>
            <a:ext cx="3163824" cy="7040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合格收錄；失敗保留原因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224528"/>
            <a:ext cx="2535555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279392"/>
            <a:ext cx="2352675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項目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84195" y="4224528"/>
            <a:ext cx="2766060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75635" y="4279392"/>
            <a:ext cx="2583179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論文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0255" y="4224528"/>
            <a:ext cx="5762625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1695" y="4279392"/>
            <a:ext cx="5579745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目前做法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718304"/>
            <a:ext cx="2535555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773168"/>
            <a:ext cx="2352675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標註模型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84195" y="4718304"/>
            <a:ext cx="2766060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75635" y="4773168"/>
            <a:ext cx="2583179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GPT-4o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0255" y="4718304"/>
            <a:ext cx="5762625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1695" y="4773168"/>
            <a:ext cx="5579745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Gemma 4 12B・BF16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170932"/>
            <a:ext cx="2535555" cy="452628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225796"/>
            <a:ext cx="2352675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多視角輸入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84195" y="5170932"/>
            <a:ext cx="2766060" cy="452628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75635" y="5225796"/>
            <a:ext cx="2583179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11 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50255" y="5170932"/>
            <a:ext cx="5762625" cy="452628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1695" y="5225796"/>
            <a:ext cx="5579745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11 張；提示與重試為本地選擇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標註更新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標註進度與預估完成時間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本輪已處理 54.54%；規劃於 9/9 上午完成標註佇列。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進度快照：2026-09-08 04:12:30（台北）；ETA 為推估｜完整依據見備忘稿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05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764792"/>
            <a:ext cx="4983480" cy="8595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53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54.54%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779776"/>
            <a:ext cx="6400800" cy="4389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本輪已處理 25,089 / 46,004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493008"/>
            <a:ext cx="6583680" cy="237744"/>
          </a:xfrm>
          <a:prstGeom prst="rect">
            <a:avLst/>
          </a:prstGeom>
          <a:solidFill>
            <a:srgbClr val="D9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3493008"/>
            <a:ext cx="3590512" cy="237744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050791"/>
            <a:ext cx="20116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成功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572000"/>
            <a:ext cx="2011680" cy="5852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25,063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2656" y="4050791"/>
            <a:ext cx="20116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失敗隔離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4572000"/>
            <a:ext cx="2011680" cy="5852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4050791"/>
            <a:ext cx="20116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待處理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6944" y="4572000"/>
            <a:ext cx="2011680" cy="5852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20,915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792224"/>
            <a:ext cx="3785615" cy="3749039"/>
          </a:xfrm>
          <a:prstGeom prst="roundRect">
            <a:avLst>
              <a:gd name="adj" fmla="val 8000"/>
            </a:avLst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075688"/>
            <a:ext cx="3264408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預計完成本輪標註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2834640"/>
            <a:ext cx="3328416" cy="7772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9/9 上午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83296" y="3785615"/>
            <a:ext cx="3300984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規劃 09:00–12:00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4572000"/>
            <a:ext cx="3246120" cy="7223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近期約 11.7–11.9 件／分鐘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需持續運作且速度相近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" y="5596128"/>
            <a:ext cx="10652760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只估標註處理；不含後續編碼、訓練與評估。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評估計畫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同一批題目，比較三種方法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3 種方法 × 7 種模態組合 × 2 種觀測＝42 組比較。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來源：論文 Table 1、目前自訂評估規格與程式｜完整依據見備忘稿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06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64792"/>
            <a:ext cx="3529584" cy="2542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92807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22576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預訓練基準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08960"/>
            <a:ext cx="3163824" cy="1097279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ULIP2 特徵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本地平均融合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764792"/>
            <a:ext cx="3529584" cy="2542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892807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322576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Stage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3108960"/>
            <a:ext cx="3163824" cy="1097279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學習物件表徵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與多模態融合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764792"/>
            <a:ext cx="3529584" cy="2542032"/>
          </a:xfrm>
          <a:prstGeom prst="roundRect">
            <a:avLst>
              <a:gd name="adj" fmla="val 8000"/>
            </a:avLst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6175" y="1892807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5" y="2322576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Stage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5" y="3108960"/>
            <a:ext cx="3163824" cy="1097279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場景訓練後的融合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本評估不輸入場景資訊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17720"/>
            <a:ext cx="214884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7 種線索組合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4590288"/>
            <a:ext cx="8650224" cy="4572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T  /  I  /  PC  /  T＋I  /  T＋PC  /  I＋PC  /  全部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03520"/>
            <a:ext cx="5029200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T＝文字　I＝圖片　PC＝點雲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5303520"/>
            <a:ext cx="6044184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候選皆有 T＋I＋PC；三方法使用同一批資產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評估計畫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換一份線索，還找得到同一件資產嗎？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答案仍是同一個 UID；更換觀測，檢查是否還能找回它。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來源：論文 Table 1、目前自訂評估規格與程式｜完整依據見備忘稿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07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73936"/>
            <a:ext cx="1712322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1529442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查詢線索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0962" y="1773936"/>
            <a:ext cx="3292928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52402" y="1828800"/>
            <a:ext cx="3110048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相同觀測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3891" y="1773936"/>
            <a:ext cx="6058988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45331" y="1828800"/>
            <a:ext cx="5876108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不同觀測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267712"/>
            <a:ext cx="1712322" cy="664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22576"/>
            <a:ext cx="1529442" cy="57302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文字 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0962" y="2267712"/>
            <a:ext cx="3292928" cy="664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52402" y="2322576"/>
            <a:ext cx="3110048" cy="57302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原有描述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3891" y="2267712"/>
            <a:ext cx="6058988" cy="664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5331" y="2322576"/>
            <a:ext cx="5876108" cy="57302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另外提供、記錄來源的描述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932176"/>
            <a:ext cx="1712322" cy="66446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987040"/>
            <a:ext cx="1529442" cy="57302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圖片 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60962" y="2932176"/>
            <a:ext cx="3292928" cy="66446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52402" y="2987040"/>
            <a:ext cx="3110048" cy="57302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全部視角的平均特徵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3891" y="2932176"/>
            <a:ext cx="6058988" cy="66446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45331" y="2987040"/>
            <a:ext cx="5876108" cy="57302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固定 1 個視角；候選排除此視角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96640"/>
            <a:ext cx="1712322" cy="664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51504"/>
            <a:ext cx="1529442" cy="57302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點雲 PC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0962" y="3596640"/>
            <a:ext cx="3292928" cy="664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52402" y="3651504"/>
            <a:ext cx="3110048" cy="57302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原有點雲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3891" y="3596640"/>
            <a:ext cx="6058988" cy="664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45331" y="3651504"/>
            <a:ext cx="5876108" cy="57302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同一網格重新取樣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553712"/>
            <a:ext cx="5404104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690872"/>
            <a:ext cx="5056632" cy="34747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R@1：第一名就找對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5212080"/>
            <a:ext cx="5056632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像找商品編號：第一筆就是同一件資產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08776" y="4553712"/>
            <a:ext cx="5404104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73368" y="4690872"/>
            <a:ext cx="5056632" cy="34747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R@5：前五名有找到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3368" y="5212080"/>
            <a:ext cx="5056632" cy="28346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看前五筆裡，是否包含同一件資產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評估計畫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和論文可能不同、尚不確定的地方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可比較的部分沿用；作者未公開的細節，保留未知並揭露差異。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來源：論文 Table 1、目前自訂評估規格與程式｜完整依據見備忘稿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08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2121339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92224"/>
            <a:ext cx="1938459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項目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69979" y="1737360"/>
            <a:ext cx="3369185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1419" y="1792224"/>
            <a:ext cx="3186305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論文確定內容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9165" y="1737360"/>
            <a:ext cx="5573714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0605" y="1792224"/>
            <a:ext cx="5390834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本地做法／尚待釐清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231136"/>
            <a:ext cx="2121339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286000"/>
            <a:ext cx="1938459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模態與指標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69979" y="2231136"/>
            <a:ext cx="3369185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19" y="2286000"/>
            <a:ext cx="3186305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七種模態；R@1、R@5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9165" y="2231136"/>
            <a:ext cx="5573714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0605" y="2286000"/>
            <a:ext cx="5390834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沿用這些比較項目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922422"/>
            <a:ext cx="2121339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977286"/>
            <a:ext cx="1938459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查詢如何形成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69979" y="2922422"/>
            <a:ext cx="3369185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61419" y="2977286"/>
            <a:ext cx="3186305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只明說部分配對情形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9165" y="2922422"/>
            <a:ext cx="5573714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30605" y="2977286"/>
            <a:ext cx="5390834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完整 query 規則未知；兩觀測為本地設計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613708"/>
            <a:ext cx="2121339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68572"/>
            <a:ext cx="1938459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候選池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69979" y="3613708"/>
            <a:ext cx="3369185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1419" y="3668572"/>
            <a:ext cx="3186305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Objaverse-LVIS 約 48K 資產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9165" y="3613708"/>
            <a:ext cx="5573714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30605" y="3668572"/>
            <a:ext cx="5390834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確切 gallery UID 名單與數量可能不同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04995"/>
            <a:ext cx="2121339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359859"/>
            <a:ext cx="1938459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編碼器訓練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69979" y="4304995"/>
            <a:ext cx="3369185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1419" y="4359859"/>
            <a:ext cx="3186305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描述 Stage 1 兩塔訓練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9165" y="4304995"/>
            <a:ext cx="5573714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30605" y="4359859"/>
            <a:ext cx="5390834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實際 CLIP 凍結；尚未完全對齊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996281"/>
            <a:ext cx="2121339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051145"/>
            <a:ext cx="1938459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選模與評估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69979" y="4996281"/>
            <a:ext cx="3369185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61419" y="5051145"/>
            <a:ext cx="3186305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描述訓練／測試切分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9165" y="4996281"/>
            <a:ext cx="5573714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30605" y="5051145"/>
            <a:ext cx="5390834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現行選模與部分評估重疊，必須揭露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評估計畫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正式跑分前，先固定題目與規則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先固定輸入、模型和正解，再跑分；看完結果不換題目。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來源：論文 Table 1、目前自訂評估規格與程式｜完整依據見備忘稿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09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10512"/>
            <a:ext cx="2578608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68296"/>
            <a:ext cx="2212848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固定查詢題目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54680"/>
            <a:ext cx="2212848" cy="1755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鎖定物件清單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準備第二份文字描述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8708" y="1810512"/>
            <a:ext cx="2578608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1588" y="1938528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8" y="2368296"/>
            <a:ext cx="2212848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固定模型版本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1588" y="3154680"/>
            <a:ext cx="2212848" cy="1755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指定兩階段模型存檔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保留版本與來源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1810512"/>
            <a:ext cx="2578608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1938528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2368296"/>
            <a:ext cx="2212848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固定候選與正解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154680"/>
            <a:ext cx="2212848" cy="1755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共用候選物件庫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以同一資產編號為正解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8844" y="1810512"/>
            <a:ext cx="2578608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1724" y="1938528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1724" y="2368296"/>
            <a:ext cx="2212848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保留逐題紀錄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1724" y="3154680"/>
            <a:ext cx="2212848" cy="1755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留下排名、缺漏與錯誤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正式跑分尚待執行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367528"/>
            <a:ext cx="10890504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CE663F"/>
                </a:solidFill>
                <a:latin typeface="Noto Sans CJK TC"/>
                <a:ea typeface="Noto Sans CJK TC"/>
                <a:cs typeface="Noto Sans CJK TC"/>
              </a:rPr>
              <a:t>先前小型驗證只檢查流程能否運作；正式結果仍待這一輪資料完成。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接下來怎麼做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標註結束後，依序完成六步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先固定資料，再訓練、建候選庫，最後另行執行正式評估。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來源：論文 Table 1、目前自訂評估規格與程式｜完整依據見備忘稿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10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46504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1856231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267712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整理標註與排除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788920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對清有效資產、真實失敗與人工排除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1" y="2496312"/>
            <a:ext cx="2103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746504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856231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67712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編碼與資料切分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788920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轉成向量、固定資料分組；另做資料預檢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496312"/>
            <a:ext cx="2103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46504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856231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67712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Stage 1 物件訓練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788920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學習物件配對；保存模型與選模範圍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67328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877056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288536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建立候選物件庫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" y="4809744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計算候選向量，核驗後固定版本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6511" y="4517136"/>
            <a:ext cx="2103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767328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3877056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62272" y="4288536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Stage 2 場景訓練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4809744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準備房間、物件與關係，訓練第二階段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517136"/>
            <a:ext cx="2103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3296" y="3767328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3877056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288536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正式評估與診斷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809744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跑 42 組比較；另測場景資訊開啟／關閉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MetaFind｜標註更新與評估計畫</dc:title>
  <dc:subject>最新標註方法、完成時間與後續評估計畫；含逐頁講稿</dc:subject>
  <dc:creator>MetaFindV1</dc:creator>
  <cp:keywords>MetaFind, Table 1, Stage 2, reproduction, 自訂評估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