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01 頁｜MetaFind｜標註更新與評估計畫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今天的報告分成兩部分。第一部分是標註更新：我們如何讓模型從不同角度看同一件三維物件，再把看到的內容整理成一張電腦能讀取的資料卡，以及目前這批工作處理到哪裡。第二部分是評估計畫：資料準備好以後，要用哪些題目比較模型，又怎麼判斷它是否找到了正確資產。大家可以把整個系統想成一座三維物件圖書館。標註是在替每件物件建立目錄卡，訓練是在教模型把不同線索連到同一件物件，評估則是在檢查它能否從候選清單用另一份線索找回對應的資產。這三件事需要分開看：資料卡成功寫出來，不代表每個描述都完全正確；程式跑得通，也不代表模型已達到論文成績。目前最新完整資料集的正式比較還沒有執行，因此這份報告會清楚區分已觀察到的進度、已完成的小型流程驗證，以及接下來要執行的評估，不把計畫說成結果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本頁重點：先把物件資料準備清楚，再用同一套題目比較模型。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02 頁｜讓模型看完物件，再填資料卡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可以想像我們要請一位助理介紹一張椅子。如果只給正面照片，他可能看不清背面結構，也不容易分辨座墊和椅腳的材質。因此，現在的流程先從十一個角度取得同一件物件的圖片，透明背景先合成黑底，再把十一張圖各自作為圖片輸入，放進同一個對話回合，讓模型綜合判讀。這裡有一個容易誤會的地方：我們沒有把十一張圖縮小後拼成一張格子圖，也不是每張圖分別請模型寫一份答案。模型在同一回合收到全部圖片，以及 LVIS 類別提示與 Figure 2 欄位範例，然後輸出一份結構化資料。正常情況下一次回答完成；回答不合格式時，才會進入後面要說的修正流程。論文確實提到十一個正交視角與視覺語言模型標註，但同一回合如何包裝圖片、實際提示內容和相機安排，是本地選擇；目前渲染為透視投影，不能視為已對齊論文的正交描述。我們保留這些設定，目的是讓後續能知道資料究竟怎麼產生，而不是把未公開的作者細節猜成已知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本頁重點：11 張圖片分別輸入同一個對話回合，最後產生一份 JSON。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metafind/data/annotate_run.py#L787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metafind/data/annotate_v10.py#L295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03 頁｜資料卡記錄什麼？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用目前資料中一張真實的椅子作例子，不是另外編造的示意資料。它的資產編號以八五零五九七開頭，資料卡記錄為椅子，材質是木頭和布，描述提到木製餐椅以及粉紅色的軟墊座面。原本的十三個主要欄位，在簡報上整理成四類：先說它是什麼，再說材質，接著是尺寸重量，最後是通常放在哪裡。這張椅子的寬、深、高被估為四十五、四十五、九十公分，重量估為八公斤。需要特別強調，這些是模型根據圖片與常識估出的現實尺寸和重量，不是拿尺或秤量到的數值；體積則由程式把三個尺寸相乘，屬於估計的外框體積；公分與公斤是目前採用的單位，論文圖例沒有明寫單位。放在地板的旗標為真，意思是這類物件通常放在地板，不是已經完成了場景擺放。除這十三個主要欄位外，實際檔案還記錄模型、版本、輸入圖片和嘗試次數等來源資訊。資料卡把物件描述得更完整，但它仍需要後續檢查，不能因為欄位齊全就直接當成全部正確的物理事實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本頁重點：13 個主要欄位，整理成四類；尺寸與重量是模型估計。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/home/kyzen/metafind/metafind_data_paper/outputs/annotations/8505977020be4fd194854ad3d9808222.json#L1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metafind/data/annotate_v10.py#L71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metafind/data/annotate_v10.py#L202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04 頁｜有回答，還要檢查才能收錄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模型願意回答，和答案可以收錄，是兩件不同的事。程式會先看必要欄位是否缺漏，再檢查內容能否解析，以及文字、數字、布林值和數值範圍是否符合目前的規則。例如尺寸不合理，或者放置欄位不是可接受的真假值，就會把具體錯誤回傳給模型修正。這裡的上限是總共三次作答，也就是第一次回答加上最多兩次修正，不是第一次之外還有三次機會。前兩次採確定性生成，第三次才使用固定種子的抽樣。如果最後仍然無法通過，就保留失敗紀錄並隔離。記憶體不足這類資源錯誤，不是換一句提示就能修好，因此直接記為失敗，不走文字修正。這些檢查可以擋住部分不完整或不合理的答案，但不能保證材質判斷和尺寸估計全都正確。和論文相比，十一個視角的數量一致；論文用的是 GPT-4o，目前使用本地 Gemma 四的十二B模型，以 BF16 載入。具體提示、相機安排、驗證範圍及重試方式，都應清楚標示為本地選擇，不能說成作者完整公開的設定。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本頁重點：先檢查，再收錄；最多三次作答，資源錯誤直接記為失敗。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metafind/data/annotate_v10.py#L55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metafind/data/annotate_v10.py#L174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metafind/data/annotate_v10.py#L319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metafind/data/annotate_run.py#L646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metafind/data/annotate_run.py#L1364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05 頁｜標註進度與預估完成時間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的數字固定在台北時間九月八日凌晨四點十二分三十秒，之後程序還會繼續跑，所以不能把它當作觀看簡報當下的即時數字。本輪共有四萬六千零四件排入處理，已處理兩萬五千零八十九件，其中兩萬五千零六十三件成功寫出，二十六件失敗並隔離，還剩兩萬零九百一十五件。因此百分之五十四點五四代表處理進度，包含成功與失敗，不是成功率，也不等於所有標註都已人工確認。近期觀察到的速度大約每分鐘十一點六九到十一點八七件，用這個速度推算，大致落在九月九日上午。因此簡報保留上午九點到十二點作為規劃時間窗。這個時間窗不是統計信賴區間，也不是完成承諾；前提是程序不中斷，後續難例與修正比例沒有明顯增加。這裡只計算本輪標註佇列處理，沒有包含後面的資料編碼、訓練、評估或人工排除整理。隔離的二十六件也不能被當成成功，更不能拿來替代其他批次的正式失敗計帳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本頁重點：本輪已處理 54.54%；規劃於 9/9 上午完成標註佇列。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output/validation/ppt_annotation_eval_20260908/annotation_progress_041230.json#L60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output/validation/ppt_annotation_eval_20260908/annotation_progress_041230.json#L91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output/validation/ppt_annotation_eval_20260908/annotation_progress_041230.json#L135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06 頁｜ULIP-2 單筆資料：Sillita Roja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這一頁是剛從使用者提供的 ULIP-2 原始壓縮檔抽出的真實資料，不是重新叫模型編的示意內容。物件名稱是 Sillita Roja，資產編號以八五零五九七開頭，和前面 Gemma 資料卡的椅子是同一個 UID。左邊圖片是我們現有的同 UID 渲染圖，並不是這份 shard 裡包含的原圖。這筆共有十五個欄位。dataset、group、id 記錄來源與身分，text 保存名稱。BLIP 描述說粉紅坐墊與木框，MSFT 描述則說紅色坐墊；可見同一物件已有不同文字，但描述也可能不精確。retrieval_text 另外有十六段文字，不把它們全部當作這張椅子的準確描述。數值部分，xyz 和 rgb 各有一萬乘三個值，分別是座標與點的顏色。image_feat 是十二組一千二百八十維圖片向量，thumbnail_feat 是一組縮圖向量。text_feat、blip_caption_feat、msft_caption_feat 保存原文及 prompt_avg 特徵，retrieval_text_feat 保存那十六段文字的特徵。完整欄位與形狀保留在簡報來源檔。這筆沒有原始照片、GLB、尺寸或重量；前面展示的尺寸重量是我們另做的 Gemma 估計，不能說成 ULIP-2 原始欄位。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本頁重點：同一張椅子有兩份不同 caption；原始點資料與預計算特徵也一起保存。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notion_paper/source/ulip2_sillita_example.json#L1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notion_paper/source/annotation_example.json#L1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07 頁｜換一份線索，找回對應的資產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評估可以想成拿同一件商品的另一份介紹，去搜尋已建立好的商品庫。以這張椅子為例，候選端使用我們目前的 canonical 標註、圖像與點雲；查詢文字則可以選 ULIP-2 的 BLIP 或 MSFT 原文。選哪一欄要先固定，檢查是否描述該物件，也要確認實際 tokenizer 沒有把差異全部截掉。每道題目的答案是對應資產 UID，不是所有看起來像椅子的物件。既有不同觀測流程的圖片查詢取一個保留視角，候選影像平均排除該視角；點雲查詢則從同一 mesh 重新取樣。剛抽出的 ULIP-2 原始點雲可以作後續替代來源，但尚未接入這條既有協定；舊圖片向量也不能直接混入，必須先對齊 encoder 來源。比較的模型仍是預訓練 ULIP-2 加平均融合、Stage 1，以及關閉場景資訊的 Stage 2。Stage 2 沿用父 Stage 1 的候選向量。七種模態共用固定題目與候選清單，缺資料要在跑分前處理並記錄，不能每欄偷偷刪題。相同觀測版本可另外保留作對照。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本頁重點：查詢使用另一份觀測；候選庫先固定，每題以對應資產 UID 為正解。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docs/CUSTOM_TABLE1_EVALUATION.md#L17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docs/CUSTOM_TABLE1_EVALUATION.md#L37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08 頁｜R@1／R@5：有幾題找回正確物件？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R 的意思在這次評估裡很直接：模型有幾道題找回了正確物件。每一道 query 都對應一個目標資產 UID。第一名就是它，這道題的 R@1 算成功；目標出現在前五名，R@5 就算成功。最後把成功題數除以全部題數，再乘百分之百。投影片是一個教學假設，不是實際跑出的分數：如果一百道題中，三十道在第一名找對，六十五道在前五名找到目標，R@1 就是百分之三十，R@5 是百分之六十五，後者包含前者的三十道題。論文確實使用 top-k retrieval accuracy，名稱是 R@1 和 R@5；每題以對應 UID 為唯一正解，則是我們在本地明確固定的規則。本次測的是另一份描述能否找回同一資產，因此不需要額外引入多個合適答案，也不用另外報按全部正例比例計算的指標。在只有一個正解時，前 k 名命中與找回該正解的比例相等，沒有必要為這次報告改名。因此本版統一使用 R@1 和 R@5，也不把額外的多正解指標混進來。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本頁重點：每題只有一個目標 UID；R@k＝目標排進前 k 名的題數 ÷ 全部題數。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metafind/eval/intent_metrics.py#L103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09 頁｜哪些沿用論文，哪些是本地規則？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我們要保留的是可追溯的比較方法，而不是讓名字相同就看起來完全復現。論文確實用 R@1、R@5，也列出七種模態組合，這兩部分可以清楚引用原文。不過，作者每道 query 如何取得，以及完整正解配對和候選清單，並沒有完整公開。因此這次採用另一份資產描述，並用對應 UID 當唯一正解，仍是本地規則，不把它說成作者一定如此操作。點雲基線也有已知差異：論文指出其他模型的 PC-only 使用相同 query 和 gallery embedding；我們的平均融合基線，候選端固定合併文字、圖片與點雲，兩邊並不是相同向量，所以這一欄不能當成相同設定直接比數字。資料庫規模和題數也要公開，候選規模與規則未對齊，不能直接比較分數。標註模型換成 Gemma、目前 CLIP 凍結，以及曾參與選模的資料，都要如實交代。另一份描述仍然指向同一資產，測的是換觀測後的辨識能力，不因此證明任意家具需求或替代品推薦的品質。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本頁重點：R 的名稱沿用論文；查詢構法、唯一 UID 正解與候選清單仍須明示。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10 頁｜標註完成後，怎麼走到正式評估？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標註完成後，先把有效資料、真正處理失敗，以及已批准的人工排除分清楚，保留各自清單。第二步建立需要的文字和圖片特徵，固定資料切分，再做相應資料預檢。模型部分先準備 Stage 1，建立與核對候選向量，接著準備 ProcTHOR 的房間、物件與關係資料，訓練 Stage 2 並固定父子 checkpoint。另一條可以提早進行的工作，是從 ULIP-2 抽出 BLIP 或 MSFT 描述，按 UID 與本輪有效資產清單對齊，記錄欄位來源、缺失和內容問題。圖片與點雲先沿用可核對的保留視角、同資產重採樣流程；原始 ULIP-2 點雲另作候選來源，不能說已完成接線。確定 query、gallery 清單與每題目標 UID 後，封存資料和模型版本，再另外執行評估。最後報告 R@1、R@5、每題排名、題數與候選數，相同觀測的結果另作對照。這次更新的是報告計畫，標註結束不會自動完成全部資料交接，也不代表正式評估已跑過。Stage 2 關閉場景資訊的物件檢索，仍不能替代場景品質或論文 Table 2 的驗證。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本頁重點：先固定來源、配對、候選與模型，再執行 R@1／R@5；正式分數尚待產生。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docs/CUSTOM_TABLE1_EVALUATION.md#L62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tools/chain_paper_stage1.sh#L112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tools/chain_paper_stage2.sh#L41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docs/SCENE_SCORES.md#L3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notion_paper/source/ulip2_sillita_example.json#L1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078992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METAFIND  /  RESEARCH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36192"/>
            <a:ext cx="6446520" cy="1801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與評估計畫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3694176"/>
            <a:ext cx="6858000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現在怎麼做，完成後怎麼驗證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181344"/>
            <a:ext cx="96926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9C2CD"/>
                </a:solidFill>
                <a:latin typeface="Noto Sans CJK TC"/>
                <a:ea typeface="Noto Sans CJK TC"/>
                <a:cs typeface="Noto Sans CJK TC"/>
              </a:rPr>
              <a:t>2026.09.08  ·  10 頁  ·  約 12–13 分鐘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18704" y="1572768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6" y="1737360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85416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目前的標註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743200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方法・資料卡・完成時間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3566160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9016" y="3730752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178808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接下來的評估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736592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測試設計・差異・後續流程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讓模型看完物件，再填資料卡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11 張圖片分別輸入同一個對話回合，最後產生一份 JSON。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個角度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同一物件，從不同方向觀看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8708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4156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4156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同一回合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156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圖片分別放入同一回合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4748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判讀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一起理解外觀與物件屬性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8844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4292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4292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JSON 資料卡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292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輸出欄位，交給程式檢查</a:t>
            </a:r>
          </a:p>
        </p:txBody>
      </p:sp>
      <p:pic>
        <p:nvPicPr>
          <p:cNvPr id="29" name="Picture 28" descr="annotation_view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47288"/>
            <a:ext cx="2039112" cy="2039112"/>
          </a:xfrm>
          <a:prstGeom prst="rect">
            <a:avLst/>
          </a:prstGeom>
        </p:spPr>
      </p:pic>
      <p:pic>
        <p:nvPicPr>
          <p:cNvPr id="30" name="Picture 29" descr="annotation_view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3447288"/>
            <a:ext cx="2039112" cy="2039112"/>
          </a:xfrm>
          <a:prstGeom prst="rect">
            <a:avLst/>
          </a:prstGeom>
        </p:spPr>
      </p:pic>
      <p:pic>
        <p:nvPicPr>
          <p:cNvPr id="31" name="Picture 30" descr="annotation_view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3447288"/>
            <a:ext cx="2039112" cy="2039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44383" y="3749039"/>
            <a:ext cx="3566160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同一張椅子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從不同角度看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4383" y="5029200"/>
            <a:ext cx="361188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示意選 3 張；實際輸入 11 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資料卡記錄什麼？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13 個主要欄位，整理成四類；尺寸與重量是模型估計。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232349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9656"/>
            <a:ext cx="2140610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資料類別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72130" y="1764792"/>
            <a:ext cx="3540556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3570" y="1819656"/>
            <a:ext cx="3357676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主要欄位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2687" y="1764792"/>
            <a:ext cx="5200192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4127" y="1819656"/>
            <a:ext cx="5017312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真實椅子範例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58568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13432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是什麼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72130" y="2258568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3570" y="2313432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類別、語義類別、描述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2687" y="2258568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4127" y="2313432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chair；木製餐椅、粉紅座墊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53511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08375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什麼材質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2130" y="2953511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3570" y="3008375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materials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12687" y="2953511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4127" y="3008375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wood、fabric（木、布）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48455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03319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多大、多重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72130" y="3648455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63570" y="3703319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寬／深／高、體積、重量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12687" y="3648455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4127" y="3703319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45 × 45 × 90 cm；8 kg（估計）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43399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98263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通常放哪裡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72130" y="4343399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63570" y="4398263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天花板／牆／地板／物件上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2687" y="4343399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4127" y="4398263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onFloor = true（放在地板）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394960"/>
            <a:ext cx="10652760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完整資料卡共 13 欄；尺寸、重量是模型估計，並非量測真值。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有回答，還要檢查才能收錄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先檢查，再收錄；最多三次作答，資源錯誤直接記為失敗。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檢查資料卡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缺欄、格式、尺寸與重量範圍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帶著錯誤重答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初次＋最多兩次修正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收錄或隔離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合格收錄；失敗保留原因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24528"/>
            <a:ext cx="253555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79392"/>
            <a:ext cx="235267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84195" y="4224528"/>
            <a:ext cx="276606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75635" y="4279392"/>
            <a:ext cx="258317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0255" y="4224528"/>
            <a:ext cx="576262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1695" y="4279392"/>
            <a:ext cx="557974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目前做法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18304"/>
            <a:ext cx="253555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73168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標註模型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84195" y="4718304"/>
            <a:ext cx="2766060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75635" y="4773168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GPT-4o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0255" y="4718304"/>
            <a:ext cx="576262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1695" y="4773168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4 12B・BF16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70932"/>
            <a:ext cx="253555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225796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多視角輸入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84195" y="5170932"/>
            <a:ext cx="2766060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75635" y="5225796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0255" y="5170932"/>
            <a:ext cx="576262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1695" y="5225796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張；提示與重試為本地選擇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標註進度與預估完成時間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本輪已處理 54.54%；規劃於 9/9 上午完成標註佇列。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進度快照：2026-09-08 04:12:30（台北）；ETA 為推估｜完整依據見備忘稿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64792"/>
            <a:ext cx="4983480" cy="8595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53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54.54%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79776"/>
            <a:ext cx="6400800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本輪已處理 25,089 / 46,004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493008"/>
            <a:ext cx="6583680" cy="237744"/>
          </a:xfrm>
          <a:prstGeom prst="rect">
            <a:avLst/>
          </a:prstGeom>
          <a:solidFill>
            <a:srgbClr val="D9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493008"/>
            <a:ext cx="3590512" cy="237744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成功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25,063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失敗隔離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待處理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20,915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792224"/>
            <a:ext cx="3785615" cy="3749039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075688"/>
            <a:ext cx="3264408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預計完成本輪標註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834640"/>
            <a:ext cx="3328416" cy="7772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9/9 上午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3785615"/>
            <a:ext cx="3300984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規劃 09:00–12:00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4572000"/>
            <a:ext cx="3246120" cy="7223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近期約 11.7–11.9 件／分鐘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需持續運作且速度相近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5596128"/>
            <a:ext cx="106527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只估標註處理；不含後續編碼、訓練與評估。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評估資料範例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ULIP-2 單筆資料：Sillita Roja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同一張椅子有兩份不同 caption；原始點資料與預計算特徵也一起保存。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來源：ULIP-2 實際 NPY；插圖為本地同 UID 渲染｜完整欄位與來源見備忘稿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28216"/>
            <a:ext cx="2788920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874519"/>
            <a:ext cx="2423160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Sillita Roja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359152"/>
            <a:ext cx="2423160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Objaverse · 15 個欄位</a:t>
            </a:r>
          </a:p>
        </p:txBody>
      </p:sp>
      <p:pic>
        <p:nvPicPr>
          <p:cNvPr id="13" name="Picture 12" descr="annotation_view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24912"/>
            <a:ext cx="2139696" cy="2139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" y="4983480"/>
            <a:ext cx="2423160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同 UID 的本地渲染圖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5321808"/>
            <a:ext cx="2423160" cy="2103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UID：85059770…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75304" y="1728216"/>
            <a:ext cx="8037575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01368"/>
            <a:ext cx="7626096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BLIP 原始描述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093976"/>
            <a:ext cx="7626096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a chair with a pink cushion and a wooden frame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496312"/>
            <a:ext cx="762609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粉紅坐墊、木框的椅子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75304" y="2880360"/>
            <a:ext cx="8037575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8184" y="2953512"/>
            <a:ext cx="7626096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MSFT 原始描述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58184" y="3246120"/>
            <a:ext cx="7626096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a chair with a red cushion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8184" y="3648456"/>
            <a:ext cx="7626096" cy="2286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紅色坐墊的椅子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5304" y="4151376"/>
            <a:ext cx="2606040" cy="1399032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4297680"/>
            <a:ext cx="235000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原始點資料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736592"/>
            <a:ext cx="2350008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xyz / rgb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各 10000 ×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151376"/>
            <a:ext cx="2606040" cy="1399032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297680"/>
            <a:ext cx="235000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圖片特徵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736592"/>
            <a:ext cx="2350008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image_feat：12 × 1280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thumbnail_feat：1280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151376"/>
            <a:ext cx="2606040" cy="1399032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856" y="4297680"/>
            <a:ext cx="2350008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文字與特徵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4736592"/>
            <a:ext cx="2350008" cy="6492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名稱／BLIP／MSFT 向量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另有 16 段 retrieval_text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5614416"/>
            <a:ext cx="108813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這筆沒有原始圖片、GLB、尺寸或重量；完整 15 欄保留於來源檔。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換一份線索，找回對應的資產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查詢使用另一份觀測；候選庫先固定，每題以對應資產 UID 為正解。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與本地同資產評估規則；正式評估尚待執行｜完整依據見備忘稿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07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73936"/>
            <a:ext cx="3529584" cy="2642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查詢端：另一份線索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18104"/>
            <a:ext cx="3163824" cy="11978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T：ULIP-2 另一份描述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I：保留的一個視角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P：同資產重新取樣點雲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73936"/>
            <a:ext cx="3529584" cy="26426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901952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31720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候選端：固定物件庫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18104"/>
            <a:ext cx="3163824" cy="11978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每件皆有文字、圖像與點雲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各模型預先編碼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查詢時使用同一候選清單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73936"/>
            <a:ext cx="3529584" cy="2642616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901952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31720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排序後核對 UID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18104"/>
            <a:ext cx="3163824" cy="11978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計算查詢與候選的相似度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由高到低排列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檢查對應物件排在第幾名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681728"/>
            <a:ext cx="1261872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比較模型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4654296"/>
            <a:ext cx="9464040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ULIP-2＋平均融合　／　Stage 1　／　Stage 2-off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358384"/>
            <a:ext cx="1261872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七種條件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9968" y="5349240"/>
            <a:ext cx="9464040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　I　P　T＋I　T＋P　I＋P　全部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評估指標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R@1／R@5：有幾題找回正確物件？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每題只有一個目標 UID；R@k＝目標排進前 k 名的題數 ÷ 全部題數。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與本地同資產評估規則；正式評估尚待執行｜完整依據見備忘稿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801368"/>
            <a:ext cx="10799064" cy="42062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教學示意：100 道 query，每題對應 1 個目標 UID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54041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688336"/>
            <a:ext cx="4983480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R@1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246120"/>
            <a:ext cx="2231136" cy="7315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447288"/>
            <a:ext cx="2221992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30 ÷ 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233672"/>
            <a:ext cx="49834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第一名就是目標物件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487168"/>
            <a:ext cx="54041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688336"/>
            <a:ext cx="4983480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R@5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3246120"/>
            <a:ext cx="2231136" cy="7315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65%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0264" y="3447288"/>
            <a:ext cx="2221992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65 ÷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233672"/>
            <a:ext cx="49834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前五名包含目標物件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084064"/>
            <a:ext cx="10744200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R@5 的成功題目，包含已在第一名找對的題目。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559552"/>
            <a:ext cx="1074420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30%／65% 僅用來說明計算，並非模型實驗結果。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評估界線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哪些沿用論文，哪些是本地規則？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 的名稱沿用論文；查詢構法、唯一 UID 正解與候選清單仍須明示。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與本地同資產評估規則；正式評估尚待執行｜完整依據見備忘稿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2162934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92224"/>
            <a:ext cx="198005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1574" y="1737360"/>
            <a:ext cx="349397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3014" y="1792224"/>
            <a:ext cx="3311090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論文已知／仍未知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5544" y="1737360"/>
            <a:ext cx="540733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6984" y="1792224"/>
            <a:ext cx="522445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本次報告的計畫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31136"/>
            <a:ext cx="216293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286000"/>
            <a:ext cx="198005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指標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1574" y="2231136"/>
            <a:ext cx="3493970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03014" y="2286000"/>
            <a:ext cx="3311090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明稱 R@1／R@5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44" y="2231136"/>
            <a:ext cx="540733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6984" y="2286000"/>
            <a:ext cx="522445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以每題目標 UID 進前 k 名計分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22422"/>
            <a:ext cx="216293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977286"/>
            <a:ext cx="198005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查詢與正解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1574" y="2922422"/>
            <a:ext cx="3493970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03014" y="2977286"/>
            <a:ext cx="3311090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完整 query 配對規則未公開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5544" y="2922422"/>
            <a:ext cx="540733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6984" y="2977286"/>
            <a:ext cx="522445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另一份描述／觀測；唯一 UID 正解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13708"/>
            <a:ext cx="216293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68572"/>
            <a:ext cx="198005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P-only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1574" y="3613708"/>
            <a:ext cx="3493970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03014" y="3668572"/>
            <a:ext cx="3311090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論文說 query／gallery 的 PC 向量相同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5544" y="3613708"/>
            <a:ext cx="540733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6984" y="3668572"/>
            <a:ext cx="522445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本地 query=P；gallery 融合完整 T+I+P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04995"/>
            <a:ext cx="216293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59859"/>
            <a:ext cx="198005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候選與分母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1574" y="4304995"/>
            <a:ext cx="3493970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03014" y="4359859"/>
            <a:ext cx="3311090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資料集約 48K；候選規模／清單未公開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05544" y="4304995"/>
            <a:ext cx="540733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6984" y="4359859"/>
            <a:ext cx="522445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固定本輪可用資產、query 與候選數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96281"/>
            <a:ext cx="216293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51145"/>
            <a:ext cx="198005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資料與訓練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11574" y="4996281"/>
            <a:ext cx="3493970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3014" y="5051145"/>
            <a:ext cx="3311090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作者完整設定仍有缺口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05544" y="4996281"/>
            <a:ext cx="540733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6984" y="5051145"/>
            <a:ext cx="522445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Gemma、CLIP 凍結與選模重疊要揭露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接下來怎麼做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標註完成後，怎麼走到正式評估？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先固定來源、配對、候選與模型，再執行 R@1／R@5；正式分數尚待產生。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與本地同資產評估規則；正式評估尚待執行｜完整依據見備忘稿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整理標註與排除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分清有效資產、處理失敗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與已批准的人工排除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1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編碼與固定切分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建立文字／圖像特徵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固定分組並做資料預檢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準備兩階段模型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Stage 1 → 候選庫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Stage 2 → 固定父子版本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準備另一份查詢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抽取並核對 BLIP／MSFT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安排保留視角與重採樣點雲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6511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凍結資料與配對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固定 query／gallery 清單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每題配對一個目標 UID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執行與報告 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列 R@1／R@5 與逐題排名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揭露分母、缺失和實驗設定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MetaFind｜標註更新與評估計畫</dc:title>
  <dc:subject>最新標註方法、完成時間與後續評估計畫；含逐頁講稿</dc:subject>
  <dc:creator>MetaFindV1</dc:creator>
  <cp:keywords>MetaFind, Table 1, Stage 2, reproduction, 自訂評估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